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1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MANAGER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за управление на самолетни полети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200400" cy="3657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3 – Уеб Приложение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Резервации  •  Полети  •  Потребители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29DDC3-DE45-41E8-B72D-BA968F0DEF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81" r="20266"/>
          <a:stretch/>
        </p:blipFill>
        <p:spPr>
          <a:xfrm>
            <a:off x="5303520" y="1350161"/>
            <a:ext cx="3691466" cy="31890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A85FEE-20F5-4D92-A535-3B9471210FF5}"/>
              </a:ext>
            </a:extLst>
          </p:cNvPr>
          <p:cNvSpPr txBox="1"/>
          <p:nvPr/>
        </p:nvSpPr>
        <p:spPr>
          <a:xfrm>
            <a:off x="555414" y="1503680"/>
            <a:ext cx="43823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Проектът Flight Manager е разработен с идеята да пресъздаде ключови процеси от реалната работа на една авиокомпания. Целта ми беше да създам система, която не просто демонстрира технически умения, а показва как отделните компоненти — потребители, полети, резервации и пътници — могат да бъдат свързани в един логичен, последователен и сигурен работен поток.</a:t>
            </a:r>
            <a:endParaRPr lang="bg-B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EF275-0FFA-4C82-A352-1E0CC62B66A1}"/>
              </a:ext>
            </a:extLst>
          </p:cNvPr>
          <p:cNvSpPr txBox="1"/>
          <p:nvPr/>
        </p:nvSpPr>
        <p:spPr>
          <a:xfrm>
            <a:off x="555413" y="535093"/>
            <a:ext cx="7301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Какво представлява ?</a:t>
            </a:r>
          </a:p>
        </p:txBody>
      </p:sp>
    </p:spTree>
    <p:extLst>
      <p:ext uri="{BB962C8B-B14F-4D97-AF65-F5344CB8AC3E}">
        <p14:creationId xmlns:p14="http://schemas.microsoft.com/office/powerpoint/2010/main" val="1882170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НА СИСТЕМАТА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Резервиране на самолетни билети и управление на полети с проследяване на история.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51760" cy="3566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05840"/>
            <a:ext cx="2651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Релационна база данни съхранява всички записи – полети, резервации и потребители.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651760" cy="3566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05840"/>
            <a:ext cx="26517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приложение с REST слой, комуникиращ с базата данни чрез контролери и услуги.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&amp; КОМПОНЕНТИ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0" cy="1371600"/>
          </a:xfrm>
          <a:prstGeom prst="rect">
            <a:avLst/>
          </a:prstGeom>
          <a:solidFill>
            <a:srgbClr val="2E86C1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Потребителски интерфейс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/ Razor Pages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20040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логика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/ Validators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200400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сървър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508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/ ASP.NET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743200"/>
            <a:ext cx="32004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от данни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246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/ JPA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2377440"/>
            <a:ext cx="0" cy="365760"/>
          </a:xfrm>
          <a:prstGeom prst="line">
            <a:avLst/>
          </a:prstGeom>
          <a:noFill/>
          <a:ln w="25400">
            <a:solidFill>
              <a:srgbClr val="5D6D7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629400" y="2377440"/>
            <a:ext cx="0" cy="365760"/>
          </a:xfrm>
          <a:prstGeom prst="line">
            <a:avLst/>
          </a:prstGeom>
          <a:noFill/>
          <a:ln w="25400">
            <a:solidFill>
              <a:srgbClr val="5D6D7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0" y="1691640"/>
            <a:ext cx="1371600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0" y="3429000"/>
            <a:ext cx="1371600" cy="0"/>
          </a:xfrm>
          <a:prstGeom prst="line">
            <a:avLst/>
          </a:prstGeom>
          <a:noFill/>
          <a:ln w="25400">
            <a:solidFill>
              <a:srgbClr val="5D6D7E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ПОТРЕБИТЕЛИ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65760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90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Пълни CRUD права; управлява потребители и полети; само 1-ви създаден.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Служител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Вижда полети и резервации; без право да редактира.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20040" cy="3200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 (без вход)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 само да прави резервации и получава имейл потвърждение.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365760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Полета на потребител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Потребителско име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Собствено &amp; фамилно име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Телефонен номер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НА ПОЛЕТИ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691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Откъде / Накъде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Начална и крайна локация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10972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Дата/час излитане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Точен час; показва се вместо кацане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691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10972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Продължителност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Изчислена от час на излитане и кацане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51760" cy="1691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10972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Вид &amp; № самолет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+ уникален идентификатор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10972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👨‍✈️ Пилот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Пълно име на пилота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51760" cy="169164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80360"/>
            <a:ext cx="10972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💺 Капацитет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Брой места – обикновен &amp; бизнес клас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администраторът може да създава, редактира и изтрива полети.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РЕЗЕРВАЦИИ НА БИЛЕТИ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88720" y="96012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280160"/>
            <a:ext cx="640080" cy="0"/>
          </a:xfrm>
          <a:prstGeom prst="line">
            <a:avLst/>
          </a:prstGeom>
          <a:noFill/>
          <a:ln w="2540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1920240" cy="228600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 на полет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Гостът избира желан полет от списъка.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280160"/>
            <a:ext cx="640080" cy="0"/>
          </a:xfrm>
          <a:prstGeom prst="line">
            <a:avLst/>
          </a:prstGeom>
          <a:noFill/>
          <a:ln w="254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783080"/>
            <a:ext cx="1920240" cy="228600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 за пътник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377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Имена, ЕГН, тел., националност, вид билет (обикновен / бизнес).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96012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0" y="1280160"/>
            <a:ext cx="640080" cy="0"/>
          </a:xfrm>
          <a:prstGeom prst="line">
            <a:avLst/>
          </a:prstGeom>
          <a:noFill/>
          <a:ln w="2540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783080"/>
            <a:ext cx="1920240" cy="228600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 за контакт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377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 адрес за потвърждение и информация.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960120"/>
            <a:ext cx="640080" cy="6400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75120" y="1783080"/>
            <a:ext cx="1920240" cy="228600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Потвърждение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23774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има свободни места – изпраща се имейл с детайли.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Потвърдена резервация не може да бъде изтрита. Видима е за всички потребители.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bg-BG" sz="2200" dirty="0">
                <a:solidFill>
                  <a:schemeClr val="bg1"/>
                </a:solidFill>
              </a:rPr>
              <a:t>Действия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форми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Всяка форма трябва да е валидирана – напр. дата на излитане ≠ след кацане; ЕГН в правилен формат.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9144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084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Странициране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50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Потребители: 10 / 25 / 50 записа на страница. Полети, резервации и пътници – страницирани.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9144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090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Филтриране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456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Потребители: по имейл, потр. име, имена. Полети: по критерии. Резервации: по имейл.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EAF4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23360"/>
            <a:ext cx="9144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60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 нотификации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462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успешна резервация се изпраща имейл с информация за билетите към посочения адрес.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35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компонента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4356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данни + Бизнес логика + Уеб интерфейс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типа потребители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1396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Администратор, Служител, Гост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43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за полети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84378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от администратор с пълни права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47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Отворени резервации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5478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Достъпни без вход; потвърждение по имейл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33672"/>
            <a:ext cx="41148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51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на данни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42519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+ Странициране + Филтриране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124AB-07E9-41A1-8419-255B1C211B0F}"/>
              </a:ext>
            </a:extLst>
          </p:cNvPr>
          <p:cNvSpPr txBox="1"/>
          <p:nvPr/>
        </p:nvSpPr>
        <p:spPr>
          <a:xfrm>
            <a:off x="1867746" y="1008695"/>
            <a:ext cx="540850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66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glow rad="228600">
                    <a:schemeClr val="accent1">
                      <a:lumMod val="40000"/>
                      <a:lumOff val="60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anose="020B0806030902050204" pitchFamily="34" charset="0"/>
              </a:rPr>
              <a:t>Благодаря за вниманието 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64B9A-FB89-44FB-95D1-9CC0B882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07" y="2347786"/>
            <a:ext cx="6631093" cy="226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56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515</Words>
  <Application>Microsoft Office PowerPoint</Application>
  <PresentationFormat>On-screen Show (16:9)</PresentationFormat>
  <Paragraphs>104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Manager – Система за управление на полети</dc:title>
  <dc:subject>PptxGenJS Presentation</dc:subject>
  <dc:creator>PptxGenJS</dc:creator>
  <cp:lastModifiedBy>USER</cp:lastModifiedBy>
  <cp:revision>3</cp:revision>
  <dcterms:created xsi:type="dcterms:W3CDTF">2026-04-04T16:42:06Z</dcterms:created>
  <dcterms:modified xsi:type="dcterms:W3CDTF">2026-04-05T06:48:52Z</dcterms:modified>
</cp:coreProperties>
</file>